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146819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8096250" cy="6191250"/>
          <a:chOff x="476250" y="476250"/>
          <a:chExt cx="8096250" cy="6191250"/>
        </a:xfrm>
      </p:grpSpPr>
      <p:sp>
        <p:nvSpPr>
          <p:cNvPr id="1" name=""/>
          <p:cNvSpPr txBox="1"/>
          <p:nvPr/>
        </p:nvSpPr>
        <p:spPr>
          <a:xfrm>
            <a:off x="476250" y="476250"/>
            <a:ext cx="7620000" cy="5715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This is slide 1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8096250" cy="6191250"/>
          <a:chOff x="476250" y="476250"/>
          <a:chExt cx="8096250" cy="6191250"/>
        </a:xfrm>
      </p:grpSpPr>
      <p:sp>
        <p:nvSpPr>
          <p:cNvPr id="1" name=""/>
          <p:cNvSpPr txBox="1"/>
          <p:nvPr/>
        </p:nvSpPr>
        <p:spPr>
          <a:xfrm>
            <a:off x="476250" y="476250"/>
            <a:ext cx="7620000" cy="5715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This is slide 2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5">
  <a:themeElements>
    <a:clrScheme name="Theme7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2026-06-26T05:32:04Z</dcterms:created>
  <dcterms:modified xsi:type="dcterms:W3CDTF">2026-06-26T05:32:04Z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