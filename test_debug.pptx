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</p:spPr>
        <p:txBody>
          <a:bodyPr wrap="square" rtlCol="0" anchor="t"/>
          <a:p>
            <a:r>
              <a:rPr lang="en-US" sz="1400" dirty="0"/>
              <a:t>Halaman 1</a:t>
            </a:r>
          </a:p>
          <a:p>
            <a:r>
              <a:rPr lang="en-US" sz="1400" dirty="0"/>
              <a:t>Ini adalah baris kedua</a:t>
            </a:r>
          </a:p>
          <a:p>
            <a:r>
              <a:rPr lang="en-US" sz="1400" dirty="0"/>
              <a:t>Baris ketiga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</p:spPr>
        <p:txBody>
          <a:bodyPr wrap="square" rtlCol="0" anchor="t"/>
          <a:p>
            <a:r>
              <a:rPr lang="en-US" sz="1400" dirty="0"/>
              <a:t>Halaman 2</a:t>
            </a:r>
          </a:p>
          <a:p>
            <a:r>
              <a:rPr lang="en-US" sz="1400" dirty="0"/>
              <a:t>Testing lebih panjang</a:t>
            </a:r>
          </a:p>
          <a:p>
            <a:r>
              <a:rPr lang="en-US" sz="1400" dirty="0"/>
              <a:t>Baris lain</a:t>
            </a:r>
          </a:p>
          <a:p>
            <a:r>
              <a:rPr lang="en-US" sz="1400" dirty="0"/>
              <a:t>Dan satu lagi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</p:spPr>
        <p:txBody>
          <a:bodyPr wrap="square" rtlCol="0" anchor="t"/>
          <a:p>
            <a:r>
              <a:rPr lang="en-US" sz="1400" dirty="0"/>
              <a:t>Halaman 3</a:t>
            </a:r>
          </a:p>
          <a:p>
            <a:r>
              <a:rPr lang="en-US" sz="1400" dirty="0"/>
              <a:t>Konten halaman terakhir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  <a:gs pos="100000">
              <a:schemeClr val="phClr"/>
            </a:gs>
          </a:gsLst>
        </a:gradFill>
        <a:gradFill rotWithShape="1">
          <a:gsLst>
            <a:gs pos="0">
              <a:schemeClr val="phClr"/>
            </a:gs>
            <a:gs pos="50000">
              <a:schemeClr val="phClr"/>
            </a:gs>
            <a:gs pos="100000">
              <a:schemeClr val="phClr"/>
            </a:gs>
          </a:gsLst>
        </a:gra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