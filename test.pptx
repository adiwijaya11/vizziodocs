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<Relationship Id="rId2" Type="http://schemas.openxmlformats.org/officeDocument/2006/relationships/slide" Target="slides/slide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</p:spPr>
        <p:txBody>
          <a:bodyPr wrap="square" rtlCol="0" anchor="t"/>
          <a:p>
            <a:r>
              <a:rPr lang="en-US" sz="2400" dirty="0"/>
              <a:t>Hello World Test</a:t>
            </a:r>
          </a:p>
        </p:txBody>
      </p:sp>
    </p:spTree>
  </p:cSld>
</p:sld>
</file>